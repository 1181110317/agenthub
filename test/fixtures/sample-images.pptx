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PPTX_TITLE_OK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</a:rPr>
              <a:t>PPTX_BULLET_OK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80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PPTX_SECOND_OK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2026-09-21T06:40:20Z</dcterms:created>
  <dcterms:modified xsi:type="dcterms:W3CDTF">2026-09-21T06:40:20Z</dcterms:modified>
</cp:coreProperties>
</file>